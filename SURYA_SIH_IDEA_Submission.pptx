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Problem Statement ID : ____________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Problem Statement Title : Blockchain-Secured Digital Document &amp; Case Management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Theme : Smart Justice &amp; Public Safety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PS Category : Software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Team ID : ____________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3A"/>
                </a:solidFill>
                <a:latin typeface="Calibri"/>
              </a:rPr>
              <a:t>Team Name (Registered on portal) : ____________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800" b="1">
                <a:solidFill>
                  <a:srgbClr val="1F2A3A"/>
                </a:solidFill>
                <a:latin typeface="Calibri"/>
              </a:rPr>
              <a:t>S.U.R.Y.A. — Blockchain-Secured Digital Document &amp; Case Management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170432"/>
            <a:ext cx="11384280" cy="283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sz="1300" b="1">
                <a:solidFill>
                  <a:srgbClr val="1F4E79"/>
                </a:solidFill>
                <a:latin typeface="Calibri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S.U.R.Y.A. (Smart Unified Resource for Judicial Assistance) is a blockchain-anchored digital Document Management System giving every case document — FIR, investigation record, witness statement, charge sheet, evidence record, forensic report, judgment — one tamper-evident, access-controlled, fully auditable digital life.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How it addresses the problem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Unique Case ID (e.g. CR/124/2026) is the single key — retrieve all related documents instantly, ending scattered drives and email silos.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Role-based access control (6 official roles) + case-level permission: cross-case needs go through access requests approved by the System Admin.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SHA-256 hash chain + Polygon anchoring make tampering cryptographically detectable; corrections only as new ledger-anchored versions (version control).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Every document open logged in an append-only audit trail; digital signatures &amp; chain-of-custody for evidence records (IT Act §65B-ready).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Innovation and uniqueness of the solution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Trust layer, not storage layer: only hashes go on-chain — tampering becomes detectable, not just harder.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• Connected Case Graph (below, live in prototype): AI-explained network of victim, accused, witness, evidence &amp; court — reveals suspected links like “prior enmity alleged” for verification, a first-of-its-kind bridge from a blockchain system of record to the integrated Judicial Assistance suite (citizen / lawyer / student).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case_graph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4114800"/>
            <a:ext cx="8621486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F2A3A"/>
                </a:solidFill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132320" y="1325880"/>
            <a:ext cx="46634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1">
                <a:solidFill>
                  <a:srgbClr val="1F4E79"/>
                </a:solidFill>
                <a:latin typeface="Calibri"/>
              </a:rPr>
              <a:t>Technologies to be used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React 18 + TypeScript (Vite SPA) · Supabase Postgres with Row-Level Security (13 RLS tables) · SHA-256 append-only hash ledger · Polygon Amoy anchoring (graceful offline fallback) · Google Gemini AI · DigiLocker-style Aadhaar-aligned OTP identity binding.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Methodology and process for implementation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① Phone + OTP identity verification; phone ↔ Unique-ID binding enforced both ways.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② Role-based dashboard loads the officer's active caseload (unique case IDs).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③ Case-centric repository: immutable viewer; every document open logged.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④ Upload/view/correction → SHA-256 hash → ledger block → Polygon Amoy anchor.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⑤ Cross-case need? Access request → System Admin approval → permissioned, logged access.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⑥ AI assistant retrieves permissioned documents and explains the case graph (left).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Architecture (block diagram, left)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1F2A3A"/>
                </a:solidFill>
                <a:latin typeface="Calibri"/>
              </a:rPr>
              <a:t>Users &amp; access → application layer → security &amp; governance → intelligence · data · trust (Gemini AI, Postgres RLS, SHA-256 + Polygon anchoring).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URYA_Architecture_BlockDiagram_2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00200"/>
            <a:ext cx="6446520" cy="3626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F2A3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1138428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1F4E79"/>
                </a:solidFill>
                <a:latin typeface="Calibri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Working prototype already demonstrates every claimed flow: OTP identity → caseload → case workspace → immutable documents → hash anchoring → access-request approvals → audit history.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Built entirely on managed, government-deployable infrastructure (Supabase/Postgres, public blockchain testnet) — no exotic hardware; runs on commodity cloud; aligns with MeitY cloud-first posture.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Potential challenges and risks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Legacy migration of paper records at scale · bandwidth-constrained PSUs · field-officer usability · identity spoofing · chain bloat · legal admissibility of e-records.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Strategies for overcoming these challenges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Phased rollout (digitize-in-flight cases → back-scanning drives) with OCR-assisted bulk ingestion · offline-first PWA + low-bandwidth fallbacks · on-chain anchors only (tiny, cheap) with re-anchoring batching · IT Act 2000 §65B-compliant certificates and audit exports for court admissibility.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F2A3A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1138428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1F4E79"/>
                </a:solidFill>
                <a:latin typeface="Calibri"/>
              </a:rPr>
              <a:t>Potential impact on the target audience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Investigating officers &amp; forensic labs: document retrieval in seconds by Case ID; zero ambiguity on “which version is current”; custody slips replaced by digital chain-of-custody.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Courts &amp; legal departments: verifiable, signed filings; disclosure workflows instead of email silos; faster hearings — less delay from document friction.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Citizens, lawyers, students: the integrated S.U.R.Y.A. suite delivers legal aid, case learning and advocate verification on top of a trustworthy record layer.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Benefits of the solution (social, economic, environmental, etc.)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Social: witness &amp; minor identity protection through enforced confidentiality; public trust via independent tamper-evidence.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Economic: paper, courier, storage and re-work savings across police/forensic/court back offices; leakage and litigation risk reduced.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Environmental: millions of printed pages eliminated each year; Governance fit: RTI support, retention schedules, auditable compliance — ready for Ministry-grade infrastructure.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800" b="1">
                <a:solidFill>
                  <a:srgbClr val="1F2A3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1138428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1F4E79"/>
                </a:solidFill>
                <a:latin typeface="Calibri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IT Act 2000 &amp; §65B Evidence Act certification requirements — indiacode.nic.in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National Data Sharing &amp; Accessibility Policy; MeitY cloud-first policy — meity.gov.in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eCourts Mission Mode Project (Phase III) &amp; Virtual Courts — ecourts.gov.in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Interoperable Criminal Justice System (ICJS) — mha.gov.in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CCTNS — crime and criminal tracking network — mha.gov.in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NIST SP 800-63 Digital Identity Guidelines; W3C Verifiable Credentials —nist.gov, w3.org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Ethereum/Polygon official docs (proof-of-stability anchoring patterns) — polygon.technology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DigiLocker API ecosystem (issuer/requester architecture) — digilocker.gov.in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1F2A3A"/>
                </a:solidFill>
                <a:latin typeface="Calibri"/>
              </a:rPr>
              <a:t>• IEEE papers on blockchain-based document integrity &amp; chain-of-custody (hash-chaining, Merkle anchoring).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